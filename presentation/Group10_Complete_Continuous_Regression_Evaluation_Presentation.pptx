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M.TECH CAPSTONE  |  INITIAL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Continuous Evaluation &amp; Regression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01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0584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5F8FC"/>
                </a:solidFill>
                <a:latin typeface="Aptos"/>
              </a:defRPr>
            </a:pPr>
            <a:r>
              <a:t>Continuous regression evaluation, execution tracing and release safety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10607040" cy="141732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572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PROGRESS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49039"/>
            <a:ext cx="97840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Baseline validated  •  Regression blocked  •  GitHub Actions PASS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8BBCC"/>
                </a:solidFill>
                <a:latin typeface="Aptos"/>
              </a:defRPr>
            </a:pPr>
            <a:r>
              <a:t>Scope: rule-based prototype; advanced workflow experiments are planned.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Research problem and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6479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645920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Production agents can regress after changes to prompts, tools or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52344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633472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Execution visibility alone does not establish answer correctness.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39896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621024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Research objective: continuously evaluate changes using traces and release gates.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27448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608576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Validated in Colab; automated CI evaluation passed on GitHub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Proposed AgenticOps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536192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627632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INPUT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63677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User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258568"/>
            <a:ext cx="5486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587752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679192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68833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Classify → 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310128"/>
            <a:ext cx="5486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639311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730751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CONTINUOUS 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3989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Accuracy • latency •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4361688"/>
            <a:ext cx="5486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690872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782312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RELEASE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79145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Pass / block candidate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148840"/>
            <a:ext cx="2971800" cy="219456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423160"/>
            <a:ext cx="2286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3D2B7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871216"/>
            <a:ext cx="228600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OpenTelemetry</a:t>
            </a:r>
          </a:p>
          <a:p>
            <a:pPr>
              <a:spcAft>
                <a:spcPts val="10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Parent + node spans</a:t>
            </a:r>
          </a:p>
          <a:p>
            <a:pPr>
              <a:spcAft>
                <a:spcPts val="10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Timing and attributes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925312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8BBCC"/>
                </a:solidFill>
                <a:latin typeface="Aptos"/>
              </a:defRPr>
            </a:pPr>
            <a:r>
              <a:t>GitHub Actions evaluation runs on changes, manually and daily; dashboard and longitudinal study planned.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Baseline: initial evaluation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04 / 08</a:t>
            </a:r>
          </a:p>
        </p:txBody>
      </p:sp>
      <p:pic>
        <p:nvPicPr>
          <p:cNvPr id="9" name="Picture 8" descr="AdobeExpressPhotos_5c97b1f9d67544c2a913dad07c8b7729_Copy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870" y="1417320"/>
            <a:ext cx="8510058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468112"/>
            <a:ext cx="10515600" cy="68580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32704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3D2B7"/>
                </a:solidFill>
                <a:latin typeface="Aptos"/>
              </a:defRPr>
            </a:pPr>
            <a:r>
              <a:t>10/10 correct    |    100% accuracy    |    7.57 ms mean latency    |   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Regression detection: initial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05 / 08</a:t>
            </a:r>
          </a:p>
        </p:txBody>
      </p:sp>
      <p:pic>
        <p:nvPicPr>
          <p:cNvPr id="9" name="Picture 8" descr="AdobeExpressPhotos_e078f97d47804db396b6f92c24cb864f_Copy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932" y="1417320"/>
            <a:ext cx="8373934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532120"/>
            <a:ext cx="10515600" cy="62179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569671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B6D75"/>
                </a:solidFill>
                <a:latin typeface="Aptos"/>
              </a:defRPr>
            </a:pPr>
            <a:r>
              <a:t>Baseline 100%  →  Candidate 70%   |   −30 percentage points   |   BLOCKED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Tracing evidence for continuous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06 / 08</a:t>
            </a:r>
          </a:p>
        </p:txBody>
      </p:sp>
      <p:pic>
        <p:nvPicPr>
          <p:cNvPr id="9" name="Picture 8" descr="AdobeExpressPhotos_4a1da798511a4465b11534daf3eed54f_Copy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774" y="1417320"/>
            <a:ext cx="8020250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532120"/>
            <a:ext cx="10515600" cy="62179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69671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3D2B7"/>
                </a:solidFill>
                <a:latin typeface="Aptos"/>
              </a:defRPr>
            </a:pPr>
            <a:r>
              <a:t>3 spans: agent_execution (2.41 ms), classify (0.06 ms), respond (0.02 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Continuous evaluation: CI run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303520" cy="434340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303520" cy="434340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56231"/>
            <a:ext cx="4572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VERIFIED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242316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Executable rule-based LangGraph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136391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2" y="301752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10-case baseline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73075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361188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Intentional regression detected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32511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420624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Threshold-based release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91947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480060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Parent/child OpenTelemetry spans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856231"/>
            <a:ext cx="4572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B6D75"/>
                </a:solidFill>
                <a:latin typeface="Aptos"/>
              </a:defRPr>
            </a:pPr>
            <a:r>
              <a:t>VERIFIED IN GITHUB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54203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42316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Workflow #9 succeeded (35 seconds)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136391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01752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10/10 baseline and candidate correct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73075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61188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Baseline: 100%  |  Candidate: 100%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32511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420624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Release gate PASS; artifact exported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91947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80060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Mean latency: 0.931 / 0.700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Continuous evaluation: next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6479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645920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Completed: GitHub Actions #9 passed; evaluation report archived.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78608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459736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Next: verify CI BLOCK on deliberately regressed candidate (70%).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92424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273552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Strengthen CI gate thresholds; define error budgets and latency criteria.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06240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087368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Extend to two workflows; add dashboard and repeated regression studies.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20056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4901184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Record CI run artifacts, methodology and evidence in GitHub/Overleaf.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10698480" cy="43891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88736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3D2B7"/>
                </a:solidFill>
                <a:latin typeface="Aptos"/>
              </a:defRPr>
            </a:pPr>
            <a:r>
              <a:t>Discussion: feedback on scope, evaluation metrics and study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AgenticOps Group 10 — Continuous Evaluation and Regression Detection</dc:title>
  <dc:subject>M.Tech Capstone Progress Review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