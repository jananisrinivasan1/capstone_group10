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28 — 0:00–2:00 | Opening &amp; Problem</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We shortlisted Project 28: Computer-Use and Browser Agents for Legacy Back-Office Workflows. The project compares three execution approaches: pure GUI, pure API/MCP and hybrid execution.
The motivation is that benchmark improvements in computer-use agents do not automatically mean they are reliable on long, real enterprise workflows. Many organizations still have legacy ERP or back-office applications where complete APIs are not available.
So the practical question is: when is GUI automation reliable enough, when should an agent use structured APIs or MCP tools, and when does combining both provide a better solution?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28 — 2:00–5:00 | What We Will Build</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We will select the same set of back-office workflows and execute each through three modes.
In the GUI mode, the agent interacts with screens, fields and buttons. In API/MCP mode, the agent performs the task through structured programmatic tools. In hybrid mode, the system can combine structured execution with screen-based execution when appropriate.
The catalogue specifically mentions workflows such as invoice entry, reconciliation and ticket triage, with five workflows in total. The important point is that the tasks remain equivalent across the three approaches so the comparison is fair.
We will also add safety controls for irreversible actions, such as validation, approval or confirmation before committing a high-impact operation.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28 — 5:00–8:00 | Experiment &amp; Research Value</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The research contribution is the comparison, not merely building three agents.
For every workflow we will measure success, cost and latency and build a failure taxonomy. We want to identify not just whether an agent failed, but why: interface navigation failure, tool failure, incorrect action, long-horizon breakdown or another category.
We will test normal operation as well as controlled failures, for example an unavailable structured tool or an interface-related problem. The resulting evidence should help answer which execution mode is appropriate under which enterprise conditions.
This makes the output a comparative benchmark plus practical design guidance for legacy back-office automation.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28 — 8:00–10:00 | Team, Deliverables &amp; Faculty Questions</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The five members can own architecture, GUI execution, API/MCP execution, hybrid and safety, and evaluation respectively, while integration and documentation remain shared.
Over twelve weeks, we would first freeze workflows and evaluation criteria, then build a common environment, implement the execution paths, integrate hybrid and safety controls, run experiments, and finish with analysis and the paper/demo.
Our expected deliverables are the three execution approaches, comparative results for success/cost/latency, a failure taxonomy and safety controls.
Questions for faculty: Is five workflows appropriate for the 12-week scope? Should the research emphasize reliability of GUI execution or the comparative decision framework? Which workflow set would give the strongest publication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14 — 0:00–2:00 | Opening &amp; Research Gap</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Our second shortlisted problem is Project 14: AgenticOps Reference Architecture — Evaluation-Driven Development, Tracing and Error Budgets for Production Agents.
The catalogue identifies an important gap. Existing work discusses the agent development life cycle, observability and what should be traced, and OpenTelemetry provides agent tracing conventions. However, the proposed research gap is the lack of an open reference implementation that connects traces to offline evaluations, online guardrails and release gates, together with evidence on achievable error budgets.
So this project focuses on operating agents reliably, rather than building only a domain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14 — 2:00–5:00 | Architecture &amp; Deliverables</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The pipeline is Agent, Traces, Offline Evaluation, Guardrails, Release Gate and Monitor.
The agent performs a multi-step task. Tracing records what happened across model and tool interactions. Offline evaluation tests the agent against defined cases. Guardrails provide containment during operation. Release gates use evaluation evidence to decide whether a version should proceed. Monitoring then observes the released agent for drift and failures.
The catalogue proposes an end-to-end stack using LangGraph, OpenTelemetry, Langfuse or Arize Phoenix, CI evaluation gates and canary release.
It also calls for two agents operating in a simulated production loop, rather than evaluating only one isolated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14 — 5:00–8:00 | 12-Week Study &amp; Metrics</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The key research element is the longitudinal study. Across twelve weeks, we would observe two agents and measure drift, regression catch rate and MTTR, or mean time to recovery.
We can introduce controlled changes and failure conditions and determine whether the evaluation and monitoring pipeline catches the regression and how quickly the system recovers.
A second deliverable from the catalogue is comparing observability tools' agent-trace fidelity. This means examining how completely and accurately the selected observability tools capture the agent's execution.
The purpose is to produce measurable evidence about reliability engineering for agents, rather than only a dashboard or monitoring demo.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155680" cy="475488"/>
          </a:xfrm>
          <a:prstGeom prst="rect">
            <a:avLst/>
          </a:prstGeom>
          <a:noFill/>
        </p:spPr>
        <p:txBody>
          <a:bodyPr wrap="square" lIns="45720" rIns="45720" tIns="18288" bIns="18288">
            <a:spAutoFit/>
          </a:bodyPr>
          <a:lstStyle/>
          <a:p>
            <a:pPr algn="l"/>
            <a:r>
              <a:rPr sz="2400" b="1">
                <a:solidFill>
                  <a:srgbClr val="162742"/>
                </a:solidFill>
                <a:latin typeface="Aptos"/>
              </a:rPr>
              <a:t>PROJECT 14 — 8:00–10:00 | Team, Outcome &amp; Faculty Questions</a:t>
            </a:r>
          </a:p>
        </p:txBody>
      </p:sp>
      <p:sp>
        <p:nvSpPr>
          <p:cNvPr id="3" name="TextBox 2"/>
          <p:cNvSpPr txBox="1"/>
          <p:nvPr/>
        </p:nvSpPr>
        <p:spPr>
          <a:xfrm>
            <a:off x="521207" y="731520"/>
            <a:ext cx="10972800" cy="310896"/>
          </a:xfrm>
          <a:prstGeom prst="rect">
            <a:avLst/>
          </a:prstGeom>
          <a:noFill/>
        </p:spPr>
        <p:txBody>
          <a:bodyPr wrap="square" lIns="45720" rIns="45720" tIns="18288" bIns="18288">
            <a:spAutoFit/>
          </a:bodyPr>
          <a:lstStyle/>
          <a:p>
            <a:pPr algn="l"/>
            <a:r>
              <a:rPr sz="1120" b="0">
                <a:solidFill>
                  <a:srgbClr val="5C6774"/>
                </a:solidFill>
                <a:latin typeface="Aptos"/>
              </a:rPr>
              <a:t>Private speaking guide — use alongside the two professor-facing decks</a:t>
            </a:r>
          </a:p>
        </p:txBody>
      </p:sp>
      <p:sp>
        <p:nvSpPr>
          <p:cNvPr id="4" name="Rounded Rectangle 3"/>
          <p:cNvSpPr/>
          <p:nvPr/>
        </p:nvSpPr>
        <p:spPr>
          <a:xfrm>
            <a:off x="658368" y="1234440"/>
            <a:ext cx="10881360" cy="5029200"/>
          </a:xfrm>
          <a:prstGeom prst="roundRect">
            <a:avLst/>
          </a:prstGeom>
          <a:solidFill>
            <a:srgbClr val="F6F8FC"/>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81328"/>
            <a:ext cx="10378440" cy="4526280"/>
          </a:xfrm>
          <a:prstGeom prst="rect">
            <a:avLst/>
          </a:prstGeom>
          <a:noFill/>
        </p:spPr>
        <p:txBody>
          <a:bodyPr wrap="square" lIns="45720" rIns="45720" tIns="18288" bIns="18288">
            <a:spAutoFit/>
          </a:bodyPr>
          <a:lstStyle/>
          <a:p>
            <a:pPr algn="l"/>
            <a:r>
              <a:rPr sz="1550" b="0">
                <a:solidFill>
                  <a:srgbClr val="232B34"/>
                </a:solidFill>
                <a:latin typeface="Aptos"/>
              </a:rPr>
              <a:t>The five members can own agent development, tracing, offline evaluation, guardrails/release gates, and monitoring/analysis. Integration and the literature survey are shared.
The final outcome would be an end-to-end AgenticOps reference stack, results from the 12-week simulated production study, evidence on regression catch rate and MTTR, and a comparison of trace fidelity.
For faculty guidance, we want to confirm whether two representative agents are sufficient, what types of agents would make the study strongest, how the error budget should be operationalized, and whether the publication contribution should focus primarily on the complete architecture, regression detection, or trace-fidelity comparison.
If we choose this project, our first step would be to freeze the research questions, agents, metrics and experimental protocol before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